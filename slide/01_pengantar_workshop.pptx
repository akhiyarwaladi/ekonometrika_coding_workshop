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Buka dengan tujuan praktis: peserta keluar dari ruangan bisa menjalankan analisis sendiri. Sebutkan bahwa semua kode sudah diuji dan CSV dibaca dari GitHub dengan koneksi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bahwa workshop ini bukan pengantar teori, tapi latihan alur kerja. Teori tetap dibahas singkat di setiap sesi sebagai konteks.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bahwa hari 1 dan hari 2 memakai urutan yang sama, jadi dosen yang sudah ikut hari 1 bisa langsung membimbing di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Ingatkan bahwa linearmodels dan arch dipasang lewat satu sel %pip install yang sudah disiapkan di Sesi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Mulai dengan estimator scikit-learn. Pelengkap inferensi bernama uji_ memakai X dan y yang sama; jelaskan hanya ketika membahas signifikansi atau diagnostik. Model khusus dipertahankan agar substansi ekonometrika tetap lengkap.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Lakukan ini bersama-sama di awal. Minta satu peserta berbagi layar untuk memastikan langkahnya sama. Kesalahan paling umum di workshop adalah sel sebelumnya belum dijalankan.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alur: lihat data, pasang model, baca summary, prediksi. Tunjukkan juga kasus model linear yang gagal di hubungan melengkung sebagai jembatan ke Sesi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Pay-off dari Sesi 1: model kuadratik memperbaiki R kuadrat dari 0,007 ke 0,999 pada data iklan-penjualan. Ini momen yang bagus untuk menunjukkan kenapa bentuk fungsional penting.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urutan: estimasi, uji, perbaiki seperlunya, baru interpretasi. Ingatkan bahwa robust SE mengubah standard error, bukan koefisien.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sesi favorit audiens ilmu komputer karena dekat dengan klasifikasi. Tunjukkan bahwa efek marjinal menjawab 'berapa poin persen', jauh lebih mudah dijelaskan daripada log-odds.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Cerita pria mabuk dan anjingnya bagus untuk menjelaskan kointegrasi. Kasus IHSG-emas di latihan menunjukkan apa yang terjadi kalau ECM dipakai tanpa kointegrasi: koefisiennya terlihat signifikan tapi menyesatkan.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Jujur soal data simulasi: beta jatuh ke nol karena datanya memang ARCH. Bandingkan dengan simulasi GARCH asli (alpha 0,12 dan beta 0,83) supaya peserta melihat mesin estimasinya bekerja benar.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slide penutup yang kuat: setelah dua hari memakai data simulasi, peserta melihat hasil yang sama dengan gaya buku teks pada data asli. Tekankan bahwa CSV dibaca dari salinan GitHub, dan jalur BPS di pengajar/README.md#sumber membuka pintu untuk data yang lebih baru.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Keliling kelas saat latihan. Kesalahan paling sering: lupa mengganti nama kolom di rumus, dan lupa menjalankan sel data sebelum sel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Ketik ulang kode ini di depan peserta, jangan hanya dibacakan. Tunjukkan tabel X, kolom y, coef_, dan intercept_. Uji statistik ada di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urutan kolom peluang melalui classes_. Contoh efek marjinal dan p-value tetap ada pada pelengkap statistik di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Siapkan jawaban ini di ujung lidah. Sebagian besar peserta akan menemui minimal satu dari empat kendala 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mengarahkan peserta ke proyek mini dan rubrik. Ingatkan bahwa kunci jawaban tersedia, tapi baru dibuka setelah mencoba.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160520"/>
            <a:ext cx="2926080" cy="64008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FAF6EF"/>
                </a:solidFill>
                <a:latin typeface="Arial"/>
              </a:rPr>
              <a:t>Workshop Ekonometrika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0">
                <a:solidFill>
                  <a:srgbClr val="FAF6EF"/>
                </a:solidFill>
                <a:latin typeface="Arial"/>
              </a:rPr>
              <a:t>dengan Google Colab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Hari pertama untuk dosen, hari kedua untuk mahasiswa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CFDDD6"/>
                </a:solidFill>
                <a:latin typeface="Arial"/>
              </a:rPr>
              <a:t>Materi dan data: paggalih.github.io/matkul/sem2025-01/ekonometrika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Yang dicapai dalam dua hari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Hari 1: alur analisis lengkap, dari regresi linear sampai data panel dan GARCH.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Hari 2: praktik terbimbing, latihan mandiri per topik, ditutup proyek mini.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Notebook membaca CSV langsung dari GitHub; gunakan koneksi internet.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Setiap notebook sudah diuji dijalankan dari atas ke bawah tanpa error.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Peta dua hari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532120" cy="50292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Hari 1: pengajar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00. Persiapan Colab dan padanan EViews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01. Regresi linear dasar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02. Bentuk fungsional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03. Dummy dan uji asumsi klasik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04. Model kategorikal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05. Deret waktu dan ECM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06. Data panel dan GARCH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532120" cy="502920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Hari 2: mahasiswa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0. Mulai dari nol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1. Regresi dan interpretasi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2. Memilih bentuk model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3. Dummy dan diagnostik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4. Logit, ordinal, Poisson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5. Deret waktu dan panel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6. Data Indonesia asli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Proyek mini dan rubrik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Alat yang dipakai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Google Colab: berjalan di browser, tidak perlu instalasi.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pandas dan numpy: mengolah tabel dan angka.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scikit-learn: model utama, koefisien, prediksi, dan evaluasi.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statsmodels: pelengkap p-value, standard error, dan uji diagnostik.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matplotlib dan seaborn: grafik. linearmodels dan arch: panel dan GARCH.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Pemodelan dengan scikit-learn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532120" cy="50292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Model utama: scikit-learn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LinearRegression: regresi dengan OLS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LogisticRegression: logit dan multinomial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PoissonRegressor: target berupa hitungan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Pola yang sama: X, y, fit, predict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532120" cy="502920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Pelengkap statistik dan model khusus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statsmodels: p-value, SE, dan diagnostik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Probit, ordinal, Tobit, ARIMA: alat khusus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linearmodels: model data panel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arch: volatilitas GARCH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Persiapan data (5 menit sebelum mulai)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Buka notebook .ipynb dari tautan pada README utama.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Jalankan sel alamat data, lalu lanjutkan sel secara berurutan.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Baca tabel Kenali data dan lima baris contoh sebelum memasang model.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CSV dan ZIP tidak perlu diunggah ke Google Colab.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1: regresi linear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Mulai dari scatter plot, jangan langsung ke tabel.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Baca koefisien sebagai perubahan Y per satu unit X, ceteris paribus.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Uji t untuk satu variabel, uji F untuk model keseluruhan.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Pesan: R kuadrat tinggi bukan bukti model benar atau hubungan kausal.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2: bentuk fungsional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Log-log untuk elastisitas, contoh fungsi produksi Cobb-Douglas.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Reciprocal untuk hubungan yang punya batas atau titik jenuh.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Polinomial untuk pola naik lalu turun, titik puncak dihitung dari koefisien.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Aturan praktis: teori dulu, baru bandingkan R kuadrat pada Y yang sama.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3: dummy dan uji asumsi klasik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Dummy selalu punya kategori basis. Sebut basisnya sebelum menafsirkan.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Multikolinearitas lewat VIF, heteroskedastisitas lewat Breusch-Pagan dan White.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Normalitas lewat Jarque-Bera, autokorelasi lewat Durbin-Watson dan Breusch-Godfrey.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Obat praktis: robust SE untuk heteroskedastisitas, HAC untuk autokorelasi.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4: model kategorikal dan terbatas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Logit dan probit untuk Y 0/1. Baca odds ratio dan efek marjinal, bukan koefisien mentah.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Multinomial untuk kategori tanpa urutan, ordinal untuk kategori berurutan.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Tobit untuk data tersensor, Poisson untuk data hitungan.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Kasus perfect separation dibahas terbuka: kenapa terjadi dan bagaimana menanganinya.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5: deret waktu, kointegrasi, dan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Urutan wajib: plot data, uji ADF, selisih kalau perlu, baru model.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ARIMA untuk peramalan, pilih orde dengan AIC plus prinsip parsimoni.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Kointegrasi diperiksa sebelum meregresikan dua variabel yang bertren.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ECM: koefisien koreksi harus negatif dan signifikan. Contoh: 70 persen koreksi per periode.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6: data panel dan GARCH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Panel: pilih CEM, FEM, atau REM lewat uji Chow dan Hausman.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Laporkan p-value mentah Hausman, jangan hanya menulis p &lt; 0,05.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GARCH memodelkan varians: alpha untuk guncangan baru, beta untuk persistensi.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Data simulasi di workshop murni ARCH; simulasi GARCH asli disertakan sebagai pembanding.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Lab 6: data Indonesia asli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IHSG sejak 1990: GARCH beta 0,82, persistensi 0,99; era krisis 1998 menyentuh IGARCH.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Inflasi bulanan sejak 1968 dan kurs tahunan sejak 1967: krisis 1998 terlihat jelas, inflasi 58 persen dan rupiah melemah 244 persen.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Panel 10 negara ASEAN dari World Bank dan cross-section 34 provinsi dari kompilasi BPS.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Referensi: pengajar/README.md#sumber; alat: alat_bantu/unduh_data_indonesia.py.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Alur hari 2 dan aturan latihan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Setiap lab berisi contoh terbimbing lalu latihan mandiri di sel kosong.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Kunci: pengajar/kunci_jawaban/. Pakai setelah mencoba sendiri.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Jawaban tulis di sel komentar, bukan dihapus. Itu bukti pengerjaan.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Target akhir: satu analisis lengkap sampai interpretasi, bukan sekadar kode jalan.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Contoh kode: regresi dan prediksi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55680" cy="2331720"/>
          </a:xfrm>
          <a:prstGeom prst="rect">
            <a:avLst/>
          </a:prstGeom>
          <a:solidFill>
            <a:srgbClr val="223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import pandas as pd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from sklearn.linear_model import LinearRegression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saham = pd.read_csv("data/uts_2.csv")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X = saham[["X1_Pendapatan_per_Saham"]]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y = saham["Y_Harga_Saham"]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model = LinearRegression()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model.fit(X, y)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print(model.intercept_, model.coef_)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233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Koefisien ~10,4: kenaikan EPS satu unit diiringi kenaikan harga saham 10,4 unit.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Koefisien: coef_. Intersep: intercept_. Uji signifikansi dibahas terpisah.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Contoh kode: logit, kelas, dan peluang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55680" cy="2514600"/>
          </a:xfrm>
          <a:prstGeom prst="rect">
            <a:avLst/>
          </a:prstGeom>
          <a:solidFill>
            <a:srgbClr val="223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import pandas as pd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from sklearn.linear_model import LogisticRegression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data = pd.read_csv("data/logit_probit_2.csv")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X = data[["IPK_SEM2", "BEASISWA"]]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y = data["LULUS_TEPAT"]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logit = LogisticRegression(max_iter=5000)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logit.fit(X, y)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print(logit.predict(X.head()))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print(logit.predict_proba(X.head()))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06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predict menghasilkan kelas; predict_proba menghasilkan peluang per kelas.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Regularisasi bawaan membantu ketika data hampir terpisah sempurna.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Kendala umum dan solusi cepat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532120" cy="50292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Gejala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CSV belum terbaca dari GitHub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ModuleNotFoundError linearmodels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Warning perfect separation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Colab terputus di tengah sesi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532120" cy="502920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Solusi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Periksa internet, lalu jalankan sel alamat data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Jalankan sel %pip install linearmodels arch -q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Bukan error; bahan diskusi Sesi 4 soal data terpisah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Jalankan ulang dari atas; simpan notebook ke Drive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926080" cy="64008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AF6EF"/>
                </a:solidFill>
                <a:latin typeface="Arial"/>
              </a:rPr>
              <a:t>Satu analisis lengkap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Target workshop: dari pertanyaan, data, model, diagnostik, sampai kesimpulan.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Jalankan kode berurutan, baca grafik, lalu jelaskan hasilnya.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AF6EF"/>
                </a:solidFill>
                <a:latin typeface="Arial"/>
              </a:rPr>
              <a:t>Selamat mengajar.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